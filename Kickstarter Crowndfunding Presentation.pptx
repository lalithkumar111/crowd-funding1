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7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DD0"/>
          </a:solidFill>
        </p:spPr>
        <p:txBody>
          <a:bodyPr/>
          <a:lstStyle/>
          <a:p>
            <a:r>
              <a:rPr sz="3000" b="1" dirty="0">
                <a:solidFill>
                  <a:srgbClr val="654321"/>
                </a:solidFill>
              </a:rPr>
              <a:t>Kickstarter Crowdfunding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dirty="0"/>
              <a:t>Kickstarter is a crowdfunding platform where creators raise funds from backers to launch projects.</a:t>
            </a:r>
          </a:p>
          <a:p>
            <a:pPr algn="just"/>
            <a:r>
              <a:rPr b="0" dirty="0"/>
              <a:t>It helps entrepreneurs turn ideas into reality through public funding.</a:t>
            </a:r>
          </a:p>
          <a:p>
            <a:pPr algn="just"/>
            <a:r>
              <a:rPr b="0" dirty="0"/>
              <a:t>This project analyzes crowdfunding data to identify success patterns.</a:t>
            </a:r>
          </a:p>
          <a:p>
            <a:pPr algn="just"/>
            <a:r>
              <a:rPr b="0" dirty="0"/>
              <a:t>Tools used include SQL, Excel, Tableau, and Power BI.</a:t>
            </a:r>
          </a:p>
          <a:p>
            <a:pPr algn="just"/>
            <a:r>
              <a:rPr b="0" dirty="0"/>
              <a:t>The goal is to derive insights for better decision-making.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DD0"/>
          </a:solidFill>
        </p:spPr>
        <p:txBody>
          <a:bodyPr/>
          <a:lstStyle/>
          <a:p>
            <a:r>
              <a:rPr sz="3000" b="1">
                <a:solidFill>
                  <a:srgbClr val="654321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dirty="0"/>
              <a:t>It is difficult to identify which projects will be successful.</a:t>
            </a:r>
          </a:p>
          <a:p>
            <a:pPr algn="just"/>
            <a:r>
              <a:rPr b="0" dirty="0"/>
              <a:t>There is a lack of clear insights into funding patterns and trends.</a:t>
            </a:r>
          </a:p>
          <a:p>
            <a:pPr algn="just"/>
            <a:r>
              <a:rPr b="0" dirty="0"/>
              <a:t>Different categories perform differently, but insights are unclear.</a:t>
            </a:r>
          </a:p>
          <a:p>
            <a:pPr algn="just"/>
            <a:r>
              <a:rPr b="0" dirty="0"/>
              <a:t>Location and time impact success but are not easily visible.</a:t>
            </a:r>
          </a:p>
          <a:p>
            <a:pPr algn="just"/>
            <a:r>
              <a:rPr b="0" dirty="0"/>
              <a:t>A data-driven approach is required for better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DD0"/>
          </a:solidFill>
        </p:spPr>
        <p:txBody>
          <a:bodyPr/>
          <a:lstStyle/>
          <a:p>
            <a:r>
              <a:rPr sz="3000" b="1">
                <a:solidFill>
                  <a:srgbClr val="654321"/>
                </a:solidFill>
              </a:rP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dirty="0"/>
              <a:t>Epoch time was converted into a readable date format for analysis.</a:t>
            </a:r>
          </a:p>
          <a:p>
            <a:pPr algn="just"/>
            <a:r>
              <a:rPr b="0" dirty="0"/>
              <a:t>A calendar table was created to enable time-based insights.</a:t>
            </a:r>
          </a:p>
          <a:p>
            <a:pPr algn="just"/>
            <a:r>
              <a:rPr b="0" dirty="0"/>
              <a:t>Financial month and quarter were added for business analysis.</a:t>
            </a:r>
          </a:p>
          <a:p>
            <a:pPr algn="just"/>
            <a:r>
              <a:rPr b="0" dirty="0"/>
              <a:t>Missing and inconsistent data was cleaned and structured.</a:t>
            </a:r>
          </a:p>
          <a:p>
            <a:pPr algn="just"/>
            <a:r>
              <a:rPr b="0" dirty="0"/>
              <a:t>All monetary values were standardized into USD.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DD0"/>
          </a:solidFill>
        </p:spPr>
        <p:txBody>
          <a:bodyPr/>
          <a:lstStyle/>
          <a:p>
            <a:r>
              <a:rPr sz="3000" b="1">
                <a:solidFill>
                  <a:srgbClr val="654321"/>
                </a:solidFill>
              </a:rPr>
              <a:t>Excel Dashboard</a:t>
            </a:r>
          </a:p>
        </p:txBody>
      </p:sp>
      <p:pic>
        <p:nvPicPr>
          <p:cNvPr id="3" name="Picture 2" descr="Screenshot 2026-04-22 102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90" y="2163451"/>
            <a:ext cx="7315200" cy="33513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DD0"/>
          </a:solidFill>
        </p:spPr>
        <p:txBody>
          <a:bodyPr/>
          <a:lstStyle/>
          <a:p>
            <a:r>
              <a:rPr sz="3000" b="1" dirty="0">
                <a:solidFill>
                  <a:srgbClr val="654321"/>
                </a:solidFill>
              </a:rPr>
              <a:t>Power BI  Dashboard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10706" y="1899501"/>
            <a:ext cx="7791254" cy="39356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FFAF3-6067-811F-D174-43C2B10B7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F26D8-3F78-B64F-EC4F-44D1E43F08D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FFFDD0"/>
          </a:solidFill>
        </p:spPr>
        <p:txBody>
          <a:bodyPr/>
          <a:lstStyle/>
          <a:p>
            <a:r>
              <a:rPr lang="en-US" sz="3000" b="1" dirty="0">
                <a:solidFill>
                  <a:srgbClr val="654321"/>
                </a:solidFill>
              </a:rPr>
              <a:t>Tableau </a:t>
            </a:r>
            <a:r>
              <a:rPr sz="3000" b="1" dirty="0">
                <a:solidFill>
                  <a:srgbClr val="654321"/>
                </a:solidFill>
              </a:rPr>
              <a:t>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05C4CF-30BA-0A54-5317-B81450E998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5035" y="2088037"/>
            <a:ext cx="8229600" cy="394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871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DD0"/>
          </a:solidFill>
        </p:spPr>
        <p:txBody>
          <a:bodyPr/>
          <a:lstStyle/>
          <a:p>
            <a:r>
              <a:rPr sz="3000" b="1">
                <a:solidFill>
                  <a:srgbClr val="654321"/>
                </a:solidFill>
              </a:rPr>
              <a:t>SQL Output</a:t>
            </a:r>
          </a:p>
        </p:txBody>
      </p:sp>
      <p:pic>
        <p:nvPicPr>
          <p:cNvPr id="3" name="Picture 2" descr="Screenshot 2026-04-16 1639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8904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DD0"/>
          </a:solidFill>
        </p:spPr>
        <p:txBody>
          <a:bodyPr/>
          <a:lstStyle/>
          <a:p>
            <a:r>
              <a:rPr sz="3000" b="1">
                <a:solidFill>
                  <a:srgbClr val="654321"/>
                </a:solidFill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dirty="0"/>
              <a:t>Projects with lower funding goals tend to have a higher success rate compared to high-budget projects.</a:t>
            </a:r>
          </a:p>
          <a:p>
            <a:pPr algn="just"/>
            <a:r>
              <a:rPr b="0" dirty="0"/>
              <a:t>Categories like Product Design and Games show consistently strong performance.</a:t>
            </a:r>
          </a:p>
          <a:p>
            <a:pPr algn="just"/>
            <a:r>
              <a:rPr b="0" dirty="0"/>
              <a:t>Major cities such as New York and Los Angeles contribute the highest number of projects.</a:t>
            </a:r>
          </a:p>
          <a:p>
            <a:pPr algn="just"/>
            <a:r>
              <a:rPr b="0" dirty="0"/>
              <a:t>There is a noticeable rise and fall trend in project creation over the years.</a:t>
            </a:r>
          </a:p>
          <a:p>
            <a:pPr algn="just"/>
            <a:r>
              <a:rPr b="0" dirty="0"/>
              <a:t>The number of backers plays a crucial role in determining project success.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DD0"/>
          </a:solidFill>
        </p:spPr>
        <p:txBody>
          <a:bodyPr/>
          <a:lstStyle/>
          <a:p>
            <a:r>
              <a:rPr sz="3000" b="1">
                <a:solidFill>
                  <a:srgbClr val="654321"/>
                </a:solidFill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dirty="0"/>
              <a:t>Converting epoch time into a standard date format was technically challenging.</a:t>
            </a:r>
          </a:p>
          <a:p>
            <a:pPr algn="just"/>
            <a:r>
              <a:rPr b="0" dirty="0"/>
              <a:t>Handling a large dataset required careful performance optimization.</a:t>
            </a:r>
          </a:p>
          <a:p>
            <a:pPr algn="just"/>
            <a:r>
              <a:rPr b="0" dirty="0"/>
              <a:t>Creating a dynamic calendar table with financial logic was complex.</a:t>
            </a:r>
          </a:p>
          <a:p>
            <a:pPr algn="just"/>
            <a:r>
              <a:rPr b="0" dirty="0"/>
              <a:t>Maintaining consistency across multiple tools was difficult.</a:t>
            </a:r>
          </a:p>
          <a:p>
            <a:pPr algn="just"/>
            <a:r>
              <a:rPr b="0" dirty="0"/>
              <a:t>Designing a clean and user-friendly dashboard required multiple iterations.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DD0"/>
          </a:solidFill>
        </p:spPr>
        <p:txBody>
          <a:bodyPr/>
          <a:lstStyle/>
          <a:p>
            <a:r>
              <a:rPr sz="3000" b="1">
                <a:solidFill>
                  <a:srgbClr val="654321"/>
                </a:solidFill>
              </a:rP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dirty="0"/>
              <a:t>The dashboard provides clear and interactive insights for users.</a:t>
            </a:r>
          </a:p>
          <a:p>
            <a:pPr algn="just"/>
            <a:r>
              <a:rPr b="0" dirty="0"/>
              <a:t>It enables quick identification of successful project patterns.</a:t>
            </a:r>
          </a:p>
          <a:p>
            <a:pPr algn="just"/>
            <a:r>
              <a:rPr b="0" dirty="0"/>
              <a:t>It supports better strategic decision-making for stakeholders.</a:t>
            </a:r>
          </a:p>
          <a:p>
            <a:pPr algn="just"/>
            <a:r>
              <a:rPr b="0" dirty="0"/>
              <a:t>The use of multiple tools showcases strong technical skills.</a:t>
            </a:r>
          </a:p>
          <a:p>
            <a:pPr algn="just"/>
            <a:r>
              <a:rPr b="0" dirty="0"/>
              <a:t>It allows dynamic filtering for deeper data exploration.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DD0"/>
          </a:solidFill>
        </p:spPr>
        <p:txBody>
          <a:bodyPr/>
          <a:lstStyle/>
          <a:p>
            <a:r>
              <a:rPr sz="3000" b="1">
                <a:solidFill>
                  <a:srgbClr val="654321"/>
                </a:solidFill>
              </a:rP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dirty="0"/>
              <a:t>The analysis uses a static USD conversion rate which may not reflect real-time values.</a:t>
            </a:r>
          </a:p>
          <a:p>
            <a:pPr algn="just"/>
            <a:r>
              <a:rPr b="0" dirty="0"/>
              <a:t>The insights depend heavily on the accuracy of the dataset.</a:t>
            </a:r>
          </a:p>
          <a:p>
            <a:pPr algn="just"/>
            <a:r>
              <a:rPr b="0" dirty="0"/>
              <a:t>External factors like marketing and trends are not considered.</a:t>
            </a:r>
          </a:p>
          <a:p>
            <a:pPr algn="just"/>
            <a:r>
              <a:rPr b="0" dirty="0"/>
              <a:t>The dashboard does not update in real-time.</a:t>
            </a:r>
          </a:p>
          <a:p>
            <a:pPr algn="just"/>
            <a:r>
              <a:rPr b="0" dirty="0"/>
              <a:t>Some assumptions were made during data transformation.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FDD0"/>
          </a:solidFill>
        </p:spPr>
        <p:txBody>
          <a:bodyPr/>
          <a:lstStyle/>
          <a:p>
            <a:r>
              <a:rPr sz="3000" b="1">
                <a:solidFill>
                  <a:srgbClr val="654321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dirty="0"/>
              <a:t>This project demonstrates how raw data can be transformed into meaningful insights.</a:t>
            </a:r>
          </a:p>
          <a:p>
            <a:pPr algn="just"/>
            <a:r>
              <a:rPr b="0" dirty="0"/>
              <a:t>It highlights key factors that influence crowdfunding success.</a:t>
            </a:r>
          </a:p>
          <a:p>
            <a:pPr algn="just"/>
            <a:r>
              <a:rPr b="0" dirty="0"/>
              <a:t>It helps stakeholders improve their project strategies.</a:t>
            </a:r>
          </a:p>
          <a:p>
            <a:pPr algn="just"/>
            <a:r>
              <a:rPr b="0" dirty="0"/>
              <a:t>It showcases end-to-end data analysis skills.</a:t>
            </a:r>
          </a:p>
          <a:p>
            <a:pPr algn="just"/>
            <a:r>
              <a:rPr b="0" dirty="0"/>
              <a:t>It provides a strong foundation for advanced analytics projects.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14</TotalTime>
  <Words>451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Kickstarter Crowdfunding Analysis</vt:lpstr>
      <vt:lpstr>Problem Statement</vt:lpstr>
      <vt:lpstr>Data Preparation</vt:lpstr>
      <vt:lpstr>Excel Dashboard</vt:lpstr>
      <vt:lpstr>Power BI  Dashboard</vt:lpstr>
      <vt:lpstr>Tableau Dashboard</vt:lpstr>
      <vt:lpstr>SQL Output</vt:lpstr>
      <vt:lpstr>Key Insights</vt:lpstr>
      <vt:lpstr>Challenges</vt:lpstr>
      <vt:lpstr>Advantages</vt:lpstr>
      <vt:lpstr>Disadvantages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Khushi</dc:creator>
  <cp:keywords/>
  <dc:description>generated using python-pptx</dc:description>
  <cp:lastModifiedBy>Khushi Tipare</cp:lastModifiedBy>
  <cp:revision>2</cp:revision>
  <dcterms:created xsi:type="dcterms:W3CDTF">2013-01-27T09:14:16Z</dcterms:created>
  <dcterms:modified xsi:type="dcterms:W3CDTF">2026-04-22T08:56:57Z</dcterms:modified>
  <cp:category/>
</cp:coreProperties>
</file>